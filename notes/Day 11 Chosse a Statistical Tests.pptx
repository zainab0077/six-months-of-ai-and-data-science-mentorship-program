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0F751-E924-49E6-BBEA-B44DD0DD4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AA483-6112-47EB-A5D0-2F290B737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47979-9F35-4264-AEC3-9C99900E0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77B7A-1AA4-4559-B597-7327FEE8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27DD1-6FCE-43E0-8CE3-99ABFDCD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2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4BFF-7514-42DA-801F-79DC51D3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B2C2-EBD1-44D7-A787-EAB44A37B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49CBB-F9FA-4A3E-8BC1-2A20738E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04CA0-5D91-42A9-A72C-35326E0D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1B944-B0D0-44D8-8902-C857CA37A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8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2BEE-1256-4F8C-BC55-18CE8EE66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849CD-EE5E-4154-868C-96A2954A0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E125D-6066-42BF-B254-504BCB05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C4479-119F-4EB3-8A38-FD65A8BA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A6074-AB74-444E-92A1-751D25A1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75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9143-5851-400E-90C7-0FC43F3D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77F20-0DDA-429B-9751-EC15771D7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9D866-DC59-49D8-898F-89F903FEB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0D0E9-E36D-4883-872C-4C094E65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E537A-05D2-47B5-961D-BEAE36E9F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FAF01-89B7-44EB-AE6E-A8F6AF9D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9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5BAD-3240-4484-A32C-F6344DA4E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C647F-D27B-47CC-96AE-E18572F5D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45854-5418-4CF6-8609-C5381AA54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B7088-DC24-4C31-8349-75A3D37A5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5400F-346E-4758-844F-20BEFDD69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954EB-3340-4F9B-9ECD-E9CE5B18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A29C4D-27E5-4B82-A318-1683857A3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45455-AE9A-4F58-9642-97CD6D67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02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61F7-FACE-4F74-A201-331E5AF7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5F32E-2F78-4B90-88DE-530A8EE80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B5BF1-50D3-4DB1-A41F-63DBDC4A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571A1-FA89-425C-A786-6EBB5CC5C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2F4C7-D4F1-427F-ABD9-EB3C9DC3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BAD714-7173-4CCC-A6DE-7F6DE45D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B20ED-73AE-4147-9B80-098BA95D1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8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1F54E-CED1-48C5-809B-A6EE69C09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A2BDA-09D3-47D7-8AC2-61C4B2125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BE88E-EAEA-483E-BB72-AB6C7FD03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C2986-F33F-4CFA-99AB-DF4692DA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71ACE-6311-46D6-A1F7-04BA3782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9AC1F-0B91-4F82-B7F1-64EE5670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2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E6578-F22B-4509-846F-B43270E43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BDF57-8522-4007-8F23-6AA28CA8F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17F57-CBD2-4E15-89C0-BEE39CE57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2382D-7A91-456C-BE2B-01811006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CA22F-B54C-427E-B7C5-0A36094A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998E9-9E6D-4866-AFAF-DB9B54DB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9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C753C-D784-4A7D-A8D3-2BBEB88F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5DCCB-08DF-43AA-9503-A53DB160B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2240F-44C6-41CE-965E-D89AC3CB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0497A-3BE6-4334-80FA-3B2CBC88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589B3-8B6E-403F-BAC3-BDB95074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9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AB06F-FDA1-4B06-805A-AE80E7F8D6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7D525-BACD-42EB-83AA-5B4959CDC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25DA5-731A-4D59-9CC0-2072DDADF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F2B41-14AC-4263-ABD7-6BCB0A64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AB2BC-A614-4A76-83D8-05D30940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62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1D337F-8414-4D3F-9FD1-403F942D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58214-61E6-455E-9B75-C7A49BF33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68CD-850B-4464-8572-FB5632738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665E-E215-4396-9F1D-D4FFD38D02F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25AC4-2DDD-46BB-8055-3609AEC10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B0677-B78A-4FD2-9307-784E12B3A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8ABA7-BAFE-4786-A947-5BDFD2E78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8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4F7B-2408-4181-B801-E742C43A2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01B98-E47B-4767-BE45-95CFA73B1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6AEBF-FC29-4461-A4AC-390CCE147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12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CB6C-704A-4BC0-B9A5-25AC3C73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985B2-A858-4493-8D78-4239666BD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985F7-E1A5-4509-B7AE-2DC27AE50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4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26CDD-DB44-4CBA-8DA1-46DD54BE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14102-67C7-40B4-A1D7-C9904FD1D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D81AC-B8F3-4539-BE15-24AC06782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26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1E3E-1081-4A18-9618-BA0FB988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50AEC-A744-41E6-A994-84305B471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3714C-D2B4-4EB1-90B4-4435A76A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0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A233-96A1-4156-B1D3-294E01D6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6002-3457-442E-9561-1C24E422B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A4CEB-FD87-42F5-8A23-CB5EA4AF5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7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1C23-5726-4DD5-821D-AEF9231E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7F0F-091E-4623-9224-E9ED6637B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CFAEF6-74B2-43A2-9C96-B4B706538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9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F6644-58EA-421D-84D8-B8055453B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1C5B6-11E8-43C2-AC78-817163203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0C15C-F35E-448E-97BF-50A84CFEE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8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B2A7-B5D3-4DE1-86A0-31F09A049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9E3D2-0BBB-4497-8624-C53C38E0F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CA553-490A-45BE-86FF-BA709A2D2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71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3B14-6101-45AD-B4E1-C60656B9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908D-B32C-43BA-A010-A80CFD315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F55196-5894-43CD-BBDF-7895BC8CE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70761-517D-4202-8ABF-6C214AE4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0AFB1-94A8-4F72-BD52-2C6C3C6CB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C6CEF-2D27-42CB-BFBC-E11C81A9C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41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F949A-040D-4685-9EE2-36511CBD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F98CA-34AD-47E1-A961-5F9D77593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A7396-DCF4-4FF8-AB0D-094A40272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4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1BF2-FEE2-4CD4-843B-2DB746B2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F4639-4A87-4135-A409-13ED1DCE4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455C9-ADED-455C-9B22-2E0EB7050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00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A849-00B3-43FD-9BB1-A5BAE06A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18950-7CA1-4D70-B0E7-A78789E24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6DEB5-FFC3-440C-BD5E-51C9299A3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39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F70C-53DA-4ECE-951D-09172D9D9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0130B-7378-476E-9E09-45649C827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B5848-1B34-4CB0-9B09-E2B97C659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35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94E3-7AED-4373-8FF5-BA2FA60D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A256C-716E-4155-97F1-65B079643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5CF79-41CC-431D-AF00-A3441543E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18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F5E2-6C62-4D9E-85E6-894B9E50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0BED9-E06F-42C3-A40A-8D1508DD1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73808-B1B3-49C2-AF3C-312E6B382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61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879B-608B-48AC-8F6A-9397C460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35CF-2F2E-4AFA-A5C2-ED1393FC1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AAD1F-F0AC-47E0-ADD9-E401BAD60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88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0751-BD63-4B55-8814-B6D15734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64601-9CAF-4060-AD29-3DB14A96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74847-0457-427B-99FF-E46493E59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92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AB7E-0F32-448B-B75E-32C0D0D1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E4641-D7D0-4ACC-94F4-72EF867AB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A5203-1AC9-4732-811A-460CC0514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96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6C3D-8BF0-4D3C-B7F8-5E7C0D26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5EB69-AC80-4220-8669-B00C8B1A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90D18-32A2-463B-A703-7E53068CD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35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01B4-8AA3-418E-9C48-635460E3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B3955-76B4-4882-A714-4D919038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293E4-2222-4427-A2B0-A82149405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33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DFDC-2053-4F06-B3CA-C5EBB41C2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1A8B1-A143-4CCB-85AD-6C55D5F94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229B4E-07CF-4344-BC81-11DB56499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06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7BBC-E06D-4B1E-9FF0-61222238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11366-F900-4AD4-942C-7044C0DD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5C254-7E58-48C6-9F79-2D991CF20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23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4F07-91E8-4DD0-9E05-FC78C75A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A65C5-FB3E-4B68-AE1B-BEA401726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91532-D0C6-4D77-AD0E-FA78C3128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18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7554-582F-4512-9DCC-0DA64F5E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53579-1644-4C5C-A45A-EBF19453F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E1E2AD-AA11-43B0-BC19-86F529BDF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20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240B-C13A-48D1-B673-87D77A96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77044-8C6D-4A4C-871A-60C09EABD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129C8-62F4-4553-884A-C6A9EDCB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48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5034-23FA-4057-A5F7-DAD83C11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B485-7911-4B79-8C81-C9E5365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23DA4-D7F5-41A8-AA0B-A1198B53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79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</cp:revision>
  <dcterms:created xsi:type="dcterms:W3CDTF">2025-05-26T12:19:14Z</dcterms:created>
  <dcterms:modified xsi:type="dcterms:W3CDTF">2025-05-26T12:33:48Z</dcterms:modified>
</cp:coreProperties>
</file>