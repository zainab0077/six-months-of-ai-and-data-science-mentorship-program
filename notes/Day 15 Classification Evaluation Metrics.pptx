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5" autoAdjust="0"/>
    <p:restoredTop sz="94660"/>
  </p:normalViewPr>
  <p:slideViewPr>
    <p:cSldViewPr snapToGrid="0">
      <p:cViewPr varScale="1">
        <p:scale>
          <a:sx n="85" d="100"/>
          <a:sy n="85" d="100"/>
        </p:scale>
        <p:origin x="96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8F66D7-864B-47BB-B0D7-00B1418ACC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B100D1-A35A-4BC8-A255-519782AF64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31F479-70CF-47E2-9E4C-AE33F0D06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30410-5BD6-4FE7-AC63-273FCCCF6FDC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5FD953-1CCC-4446-89BB-F2AA6D3583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ABEC2A-3887-450A-8144-D96DD6282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AE428-ED61-44D3-B123-7A338416F6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11491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CDC802-9CA7-4521-BB0B-A109F3D8E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E5BA42-A78C-4E27-B23C-51FB054795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8441AF-7A04-41DB-822D-51ED33ED15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30410-5BD6-4FE7-AC63-273FCCCF6FDC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B33A5D-0CA3-4E03-B721-46A1153762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9645A9-2C14-479B-8DAF-4040F79C1F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AE428-ED61-44D3-B123-7A338416F6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00262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F3A931-9AE0-428F-8BE4-B6FD1BCBDE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0E7D82-47FC-4C60-A9E1-B1ED94EF5A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9987-DB65-4D64-AEAD-B1BFFA3982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30410-5BD6-4FE7-AC63-273FCCCF6FDC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322E32-7BE2-4DF5-B50C-CF40BD9A5C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13E325-1810-4648-A223-3DE974327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AE428-ED61-44D3-B123-7A338416F6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85135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CA12B9-F6FB-47FE-8F16-1A4F2438F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0D8726-F874-4A97-BC91-1D15C7AA31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2AAF50-7832-4159-9729-BFD6C4FB54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2549EB-AE93-4F00-9967-B24AB49F0D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30410-5BD6-4FE7-AC63-273FCCCF6FDC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FFBEF2-5552-4E15-B6BB-E23DC463C4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81A773-2517-4510-B594-1C0AEA0DD1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AE428-ED61-44D3-B123-7A338416F6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37516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54C753-82FE-49EA-83DB-4617D955C3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A7F05C-7644-46F4-932C-2FD520E8CB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7A2F88-D965-40D1-B812-4E8A2A7BA2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50F401-867B-4160-B935-59EED13217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BDAC83C-C18C-49B3-982D-9184275D35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324D368-8848-4F6A-A3F3-CED377BFDD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30410-5BD6-4FE7-AC63-273FCCCF6FDC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0BBA431-E062-428E-B737-E2941329FB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05E1A6-3BF3-489B-B7C5-4F66BE807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AE428-ED61-44D3-B123-7A338416F6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947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6138B-D75C-4596-82B1-9A8CCC9A0A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EAF7EE1-D30B-41FF-AB63-04D8868580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30410-5BD6-4FE7-AC63-273FCCCF6FDC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545AE0-A3A3-4969-8E88-8B8E223FC0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33B941-CB5C-4133-9F4D-C3160AB0BA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AE428-ED61-44D3-B123-7A338416F6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256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753FDC-5716-4F22-AB30-C1ABCBE803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30410-5BD6-4FE7-AC63-273FCCCF6FDC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95B812-869D-4138-AB8D-17E8FEEB9A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0A56FA-D6DB-4A86-9C2E-778ED1D139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AE428-ED61-44D3-B123-7A338416F6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58391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8AACF-6905-4FBD-9810-25569B86E4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725C62-ADE5-4792-B980-0DE1B60C3B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A0905B-13E5-430F-B8F2-101ABEFCF9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2B4BB4-EAAA-490B-8E26-7F8204B5FA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30410-5BD6-4FE7-AC63-273FCCCF6FDC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4C197A-5500-4F44-A487-8C8E6C6081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7C1E4A-795C-44C9-93FD-8376789F3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AE428-ED61-44D3-B123-7A338416F6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1691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1E8B01-628E-45C4-832E-1E746165E1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E2529C9-4173-4D41-89ED-05BBF2EE18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06D1F9-84F3-47E6-8F8B-5A46669174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122C6E-D415-4AF3-9FF0-802034C6BD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30410-5BD6-4FE7-AC63-273FCCCF6FDC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2DB491-4446-4506-9943-5980B1ADC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C0BA46-1C50-4258-BB88-CF4B708E7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AE428-ED61-44D3-B123-7A338416F6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7361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953CA7-7FE1-4DDA-A61E-CA1DD153B8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9C0F79-7C97-4796-BC1B-5DE9604295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085709-6054-4A97-B0D3-5F26BA1BCA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30410-5BD6-4FE7-AC63-273FCCCF6FDC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B057BE-9FC2-4C25-8927-E8B0C84B22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31AE8A-363B-4593-9B70-BBB41984EA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AE428-ED61-44D3-B123-7A338416F6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06604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D8D52DA-D09A-41DE-B173-67DC63BE7CC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6B58D2-74C2-4E73-922C-B9C35B5794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94260F-6134-4C8A-B95F-B8CC95FD4C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30410-5BD6-4FE7-AC63-273FCCCF6FDC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28C1B2-AF19-465A-A0F1-CAD314CD37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203FE2-302C-45DE-8E54-A9F3DEA5F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AE428-ED61-44D3-B123-7A338416F6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0382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83CDF86-A9D6-4EF0-9114-55596D1C1C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410C6B-FE60-4317-BD28-AB57BE288A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87CAA9-86A5-4249-A9D7-68D97E2839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730410-5BD6-4FE7-AC63-273FCCCF6FDC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E3B526-4A02-471B-9345-AD141C1BFC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4472F-29DB-43B0-ABA9-6EACB08AE9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CAE428-ED61-44D3-B123-7A338416F6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25888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021719-68CC-47FB-9413-46041862C58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1A2996-D60D-4AD4-AB1A-AEE8F177E9C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20CA5CF-6B5E-459B-8675-06ED36FE95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78301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26776D-E4B1-4C50-8CB2-EB1985FFD2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B1AD28-CF66-42CF-9DBE-1A1E87B1D7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1B178B2-C576-455D-9AC0-25359E52A8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55125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046A7A-495E-45EC-BBF8-C68CC7B5D7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00C2D2-2B77-4023-888B-42384AE0A2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FC2D51E-3F53-47FF-BE99-46E1A7435D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41026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ED062A-D6E8-4D8A-894B-5F3F7D210D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066323-869B-45B6-8410-81E48D2AA8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B0CE639-7320-493F-B685-F537AC00EB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77320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C2EA9D-6B95-4C6E-A367-84C8A1BD75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8E0631-B2D1-4F98-9DA6-7D1FD62BDE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4CEFB65-C408-4AD7-87D3-57C15F4FE2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58667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4C0CED-9C84-469B-A0CF-C8EDBF5A06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5E089B-4ABF-4A82-899E-97E8A1E416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1BF0E7E-B235-420D-8DC8-89C90AD052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59571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0AF43A-2120-4458-9398-0408BB13A7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512903-49AD-468F-BF6C-4656A34579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B147C30-F76B-4AF3-A869-B87E49CC2A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94252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1DF9A2-79F0-4A0A-A5E9-C47C5F4B46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0C459F-B18F-4EB9-8D68-7C3E0FE482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D70316E-109C-48DC-9837-072BD12080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50086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E4F9F-FFBD-446B-BCCB-92F5455577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9319C7-69D9-467E-AA21-3EC0B13CE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4F8EFB9-7BE6-462D-B611-6083C63414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29320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224</TotalTime>
  <Words>0</Words>
  <Application>Microsoft Office PowerPoint</Application>
  <PresentationFormat>Widescreen</PresentationFormat>
  <Paragraphs>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HP</dc:creator>
  <cp:lastModifiedBy>HP</cp:lastModifiedBy>
  <cp:revision>5</cp:revision>
  <dcterms:created xsi:type="dcterms:W3CDTF">2025-06-02T11:38:45Z</dcterms:created>
  <dcterms:modified xsi:type="dcterms:W3CDTF">2025-06-02T15:22:48Z</dcterms:modified>
</cp:coreProperties>
</file>