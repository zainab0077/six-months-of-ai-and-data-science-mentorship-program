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7" autoAdjust="0"/>
    <p:restoredTop sz="94660"/>
  </p:normalViewPr>
  <p:slideViewPr>
    <p:cSldViewPr snapToGrid="0">
      <p:cViewPr varScale="1">
        <p:scale>
          <a:sx n="82" d="100"/>
          <a:sy n="82" d="100"/>
        </p:scale>
        <p:origin x="9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5559-F018-427B-9813-CAB401060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09176-72FE-4AC1-B3B0-48C688D5D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4C704-2BC0-41ED-8B0A-5B7B2F0B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87AC-F204-4223-B640-E443418E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1040C-2164-48B4-8D09-3FAFE1FE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4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66EB-7D4A-416E-9E45-11696215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654A-9BEA-4626-BAE4-96EB21EA3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DA1F-4AA4-434B-9419-83324F3F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5F52-3397-4ECA-8D6E-A5C246C4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0860C-BEA6-4F21-9CF7-B57B8B23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3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35F8-933F-400F-976D-CC7B5921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931E-059F-497D-9E01-BA8499E70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36D08-4FAD-45CF-97DD-72DCB55B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FCB2B-DF04-4C58-90E2-C3D47264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27A2C-6AED-4BAB-BCC2-4DC68A02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5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A909-2C4E-4D23-B889-B5AA3161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7D26B-88C8-4A85-B2B4-D08421B02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D0083-EC93-4290-B6C2-1AAC3A86A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A8B68-4051-4382-A174-5FD33380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D7CBD-B4AA-40D8-B70A-CB3752218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56515-DADC-40B9-9FA8-EB0E9742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6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4B2A-9451-4F0D-BA8F-FF3078CB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E81F4-9507-4080-B7A4-9B10B51E0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5C43B-B73F-48DF-9466-5ABA28791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9A733-46E1-4DFC-ADA2-67AE3DE74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CDD52-2582-4256-B054-22C07F9E9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153E2-4AA9-4970-A3C1-1790E0F8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02E85-3A99-43DB-AE73-7EB06E8EE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A559E-F353-4865-B443-3CDD08AD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4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1272-FD3A-426A-B083-56CBE1FE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BB03B-45F7-4283-9E58-16362F1B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E18BA-F68F-4550-BD60-05EB5106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B35BD-7D0A-4981-9D6E-51B30988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9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1B455-BC93-4399-8361-50DF79A9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1DCD18-D775-4953-82EB-02DA9FF4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CBF8F-F08A-4461-8646-D5348B22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3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929C-2F68-4AA1-8DF1-0CE9BA4C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77C55-8C5E-451B-B8C5-F534FBBBF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D8812-CAAF-4015-AF2D-BC40B099C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B194-8C28-4AC0-99A1-D9CBD060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014F3-530B-4E2C-9F08-F1C1EA69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BD89C-D415-4009-A45B-843DF43A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4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0532-AB5E-40AD-B9D3-0795FD2C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ACBD0-58B1-45A6-8D92-DB6F5CAA1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7D382-1655-483B-B7A5-096A03D45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522B1-3FBE-49F3-8829-9CF4426C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F75AD-F163-48A5-969D-CBD7AF03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ECB9E-59AF-40F6-9313-1637C9D5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7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087B-9F4F-429F-96FD-22AD9554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4BC25-95C4-4C35-8B01-9AD4DE270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2AA6A-665E-4F5F-85BA-AA096C1E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79087-2156-4A0A-94AC-F0911B71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B504C-8969-4DDA-AABD-052F476C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9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B8D74-9443-4BA3-BD51-BF678A284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F5E66-DD2F-46C9-B9AF-01395D7C7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CC4C8-C373-4BD4-ACBA-32B1B5D0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99E4-76C9-4643-A290-537EDB26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CFF81-AC3D-4DFC-ACD9-3A886ED8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3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14AAE-371D-48B7-971E-944EAA57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3999D-B214-45CA-A551-F413B9ABB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8F21-7625-4AAB-A42D-E44B4D75D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49E8A-371C-4B30-8E71-9F4AB4A5F68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E7067-4F5A-4DB9-B6AF-11B8F9B86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E652C-679F-41DA-B436-176D8D2A4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641D-C6DD-4FAD-8B44-2D2FCA5CD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3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2A1C-CA88-49DD-8FF0-8062521AF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FE9F3-B34F-4BCF-AFA5-2F831868E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EEC72-F081-4186-A976-7624E8B3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4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1F7CE-1F63-4A26-A025-A940F889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46618-C69C-407A-95F8-A079BCFB3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22F0E-23BE-4DE3-BE7D-9D28226F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1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D77C-1F22-4D08-9A7A-6F8115EA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423E-AD6C-43A2-B419-D4830ACA3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CB109-4DF0-4AB8-A992-3FBD54EFB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6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8661-6FD3-4E0C-9798-B6A996A8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0C004-6B0C-4307-B5C4-24681CBEA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F6290-909D-4154-8E3A-CC51E05A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15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5EDAE-F95C-444F-98B9-5A7A91D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80A9-D548-443A-8D88-7C8A15B66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D6361-09D9-4FD4-B1A3-5A93216A1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6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48C6-AAF7-45D1-9A0A-74A7BE2E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EAEA0-8414-400A-95CD-4500AADA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A0246-16AE-498D-A6F8-C92B2D777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2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73A3-D42B-4DDA-A78D-F9CD652D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54BD-D28B-4E75-AB0D-D1BC2CC4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E0138-EE07-4BEA-8A49-57F757DB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03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E3AF-8EF3-40A5-8E27-CD21B514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0D9C-1450-4F02-B5E6-98F65145F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2B3D6-2316-40B2-BAC3-246B17C0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63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2025-06-10T04:07:16Z</dcterms:created>
  <dcterms:modified xsi:type="dcterms:W3CDTF">2025-06-10T04:08:05Z</dcterms:modified>
</cp:coreProperties>
</file>