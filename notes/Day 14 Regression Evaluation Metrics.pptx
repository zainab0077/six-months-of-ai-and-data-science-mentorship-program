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6AFE-9087-4A03-A848-2A0373D1F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65B4A-6988-41B7-BA4A-69678D575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F9283-0D1D-4487-84E2-05482DEC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06708-BCF1-4BD8-9CBB-07080C36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BE839-B5BF-4B34-921E-96DDA1CD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8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39D3-8D39-4C4C-9910-7D3C6480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62474-1C6A-4470-B4EE-FBCACA54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025A5-4CE1-45B1-99DA-EFD051AD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2FA30-2549-48C9-942A-9297756A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2631B-1301-4C7E-87CD-1D4A8303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4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4FAF-127F-41FF-BD3F-6BE4CA042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CB9C8-361A-43AB-B816-E5EA5BB7F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89217-2623-4EB2-AFD8-BAC995B6C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2AAF3-72A2-47A6-A9E8-5D7BE01E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ED815-D55D-42B9-9688-28BD2DD58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10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1C8C-3372-4FD4-9262-B07474C3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8DC2B-CFA4-4688-BFDC-72CFA4559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28A1-3A38-44D7-90A3-A8091F6F1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3FE3E-7F40-4EBB-A094-6908DD74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3DF52-F8E8-49F2-A515-E7313F43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DA7FB-EBFF-4577-8316-CED636AB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89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569A-B9C8-409A-93EE-CCBDF6FB1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E114B-BC41-4CB9-A57B-071C8AC72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5D411-A530-4173-9CC4-DEA03A0B4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BBA7C-C80A-4D9A-A56C-CFF9AFD7D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3B788-6AFE-48B6-ADEE-AD2FFE8CE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3FFB83-B78C-410B-B6C8-90F26A233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2692D-6613-4ABB-A356-8141ACF23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C97514-464C-46FF-8434-5CD989C6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FF75-47AB-4C77-B593-840B9DEC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C793DB-9089-4396-B148-2BD3EF6E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0F2CD-B13A-4A81-A7AC-915BE1F7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90053-AA8A-4EBD-BC03-210C785E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1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DFB93C-7FD9-44CE-BA4F-D5CA3E9FF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97480F-4C1B-40B0-BB7D-5484DDC66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14D1E-40E7-40E8-B6AD-019F23D7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27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9D8E-4888-4AD6-B0D0-7599086E6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D5AA4-5EFD-4BD3-B432-FCC674DBA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52112-7916-4B94-A54C-5F391C01B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4E27E-BD7A-41FB-810C-726566C9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A0077-8953-4A3C-A02D-E037187B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CF442-A420-45AF-BAC2-92B0B5D6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16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525E-1E9D-4766-8BA4-6E2321ED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2D0E9-74DD-45A8-867A-42C3D4A9F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8F9BA-9F9E-485B-A3C4-8599C20BB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C3E51-2D41-4A8D-B1A0-9129A695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91C65-5A0D-426E-87EA-9A4D7164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A2089-5E2B-467F-B2BE-E17DF445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49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99F1-476D-44E3-90E0-FD8B4CAA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765E9F-02FE-423C-8620-055C4347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EA606-E4A3-4BA3-B71A-93E58445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9E3C-63EF-4A42-A98B-EF7183D7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19FB-6610-4C99-A319-ED6B2B4A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06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FA32C-17CF-494B-A4BE-97C0015F4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1283F-336D-47D0-B7B6-DE2568945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A84B9-3AB9-4C2F-9C30-1A5740D7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B8264-F522-47A5-8779-F33D5BBF3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3A553-6113-4834-AA3D-186D09AC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4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401F1-BC25-4B63-A3B8-9785148E1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98A36-171A-4891-BB7A-3662C01EC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B9F4-6F08-48EE-A310-8CD770C8F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2E25A-ABF6-4EE1-9A52-FE7345150FE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B2707-71BC-4145-98D0-393AF955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77E72-5269-4732-AE3D-4EB341E8D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3B455-7553-41BC-BC3C-2889449DC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5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332D5-16A4-45C5-9744-14D3F9616F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41984-1E58-4566-BA1A-E5C30F31E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BFA20-B99C-4931-AEBB-7068838D1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29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4C81-96CE-4340-9C61-E1AF1850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EA1E9-905A-460E-84F3-3ED699227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0905D-4D1F-4FDA-9514-2B1CC1981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0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0269-609D-4F95-AD8C-1D609DBD2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DC37-BF7F-47ED-BFC9-39E50DBD9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C8FE8A-A379-4C85-BC10-84D8CE0A1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4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62B0-3DE1-4D4B-80BB-7F4F1D84D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61648-67D0-447F-9254-21081686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C68AC7-1E91-47F1-9FF2-99B444ECD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70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2D98-9D3C-4200-A2ED-77C32F33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91D6F-0798-4093-9361-58038978D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349A7E-CAB2-41A2-BBEB-CADDC3151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7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8E37-81B0-43A3-8170-268B101F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FFAB9-BCBE-444D-90E6-0EBD41171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7C746-073F-43EA-9357-09D66BB4E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656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B1DB-9958-4E63-AB5B-B44D7523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D524-963D-47D3-AA23-8088FD0D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6B9C2-5FCE-4BC8-A4B6-E6DF03F35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9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0FDC-AB42-4625-8AF7-36D434BF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D2B82-1F3E-4A46-99A7-02FA6ADA9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A1A39-9961-4895-A41B-C8B5CCD7A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06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3F14-6A74-4C76-9DEA-9B37801A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58495-B026-4DE5-BD69-7B3D839E7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B11014-B916-4D09-8CDF-1A169BE46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41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7F21-D02B-4B33-839C-34F0A3659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800F8-99E4-4AD4-A77F-402150B8E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8CF414-3210-47CA-B4E6-A37F872CF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68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BC4A-0504-4BA5-9C8E-DC7A615B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D244D-14BE-40F3-9FF6-E3450408F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3E281-3179-4F2A-A471-8859CFA78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5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01DF-BBA7-47D1-94D4-889024C7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F081A-6913-4A67-BCD7-BAD2D2642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8AF462-FC8B-4F9A-8460-B24994C0E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40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CFFC-5D62-4968-A4DE-83190D5B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D918C-7FB6-43C2-B83E-368AB307F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3F279-5008-4ED9-9C3F-9AFC375B2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80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D434-56C7-45B7-A48B-9A6094EB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06356-4F79-4707-8AAF-622DB883F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03775-98A0-4406-BCBA-A1C56491F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07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28C3-AD1F-441E-94F8-E1DE38972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A33EF-0DD4-4948-856D-9B5C71F77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E17142-B71F-4B9A-B192-71DCFF6C1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3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594E-96CB-44F6-A09B-44A3DFAD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38CF2-6854-4AB0-A29F-A7F299AA2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0F6E0-FCD3-4F0A-B0D5-B56016162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53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55D8-0658-45A8-BD58-A04C4734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CE7FC-FFDB-4891-B40E-C6E76A820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7F3D8-F770-4215-AFB9-B0AF459E0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15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4</cp:revision>
  <dcterms:created xsi:type="dcterms:W3CDTF">2025-06-02T11:05:04Z</dcterms:created>
  <dcterms:modified xsi:type="dcterms:W3CDTF">2025-06-02T11:29:14Z</dcterms:modified>
</cp:coreProperties>
</file>