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  <p:sldId id="271" r:id="rId17"/>
    <p:sldId id="272" r:id="rId18"/>
    <p:sldId id="274" r:id="rId19"/>
    <p:sldId id="273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99CF5-FD4D-4903-BA40-868960154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F25C54-7F2B-4725-9895-8C0D42DEDF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B6637-BE64-4042-B81C-61AEAF4CF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4EDC-6AD8-4092-B703-02852F97A896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80827-93C1-453A-9000-F19ACBC8A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71A2E-BF79-4721-B1A9-AB2414C38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0A07-94AD-4943-9B92-9720D0CB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78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1A2C8-40B9-48EC-83D2-715E27274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33991-2D2F-4D11-9269-6C79DE4AD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C1CC9-8987-48C3-9BFC-DC1DF8FCE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4EDC-6AD8-4092-B703-02852F97A896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09755-CF76-4A0D-86F0-CAE99B388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4953E-D6E8-4006-A0CB-24FE90AF9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0A07-94AD-4943-9B92-9720D0CB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86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B28FF-4B43-40AC-9FFB-D2DE49113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FA6FBB-EEEE-4417-B8AF-F47C86CBB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B0FDC-4693-4A4E-B6B2-D2657EECC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4EDC-6AD8-4092-B703-02852F97A896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63538-0E9C-4DF6-926F-9915C1DAC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39B50-68D1-4131-A29A-C22414A55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0A07-94AD-4943-9B92-9720D0CB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77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430DD-15A1-406F-8576-53BDB7618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C639A-4D97-4390-8E6A-12B80D30A3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82FBAD-F9DC-4C7C-A90A-44A3D6DC02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4B6132-1521-4B91-86E2-5C9B1F7A3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4EDC-6AD8-4092-B703-02852F97A896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3C1A1-6178-41B8-9763-2DA9385E8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1AC4C7-8B4A-44C9-B3F7-8F641D1ED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0A07-94AD-4943-9B92-9720D0CB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776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A4FC5-E9B2-412D-9132-5969A8DB4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6DD1F-42A1-4951-AB88-7759F95F8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37B9E2-539B-4724-B912-E73684D99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0801-BAC3-4E04-9675-1A2D676CBE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3A4F82-99B3-44F7-A383-BD5EC43E46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A3B8D0-D679-40E3-BECD-9FAD4F926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4EDC-6AD8-4092-B703-02852F97A896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AFCCC3-E4E9-4FB7-9194-C8E296E16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DA54D8-08FB-4938-90C2-95871C2B8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0A07-94AD-4943-9B92-9720D0CB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156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9E2FE-7849-432E-A4CF-89BCF9A4C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DE52B0-EF71-4792-A6D5-B2A07F4E0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4EDC-6AD8-4092-B703-02852F97A896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1FAF4E-2789-4457-891B-F490FC111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F7C587-2410-43CA-B343-3A83ED9F2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0A07-94AD-4943-9B92-9720D0CB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10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60414B-339A-4F43-AAC7-652815F01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4EDC-6AD8-4092-B703-02852F97A896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67ACB0-F200-4587-A8DE-E63FFD3CF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02B94-8177-421B-9421-4D533B922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0A07-94AD-4943-9B92-9720D0CB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891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DD08C-163D-4750-89C4-687A12730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67632-9180-4EB7-AF8A-73D788AF8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98410E-F377-482E-804E-D6F3988E7F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B1FBE8-2D98-4548-A8C9-BB55D6B7C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4EDC-6AD8-4092-B703-02852F97A896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A924D-97F8-4C4E-8A1A-CDEE88A31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D90DC-76AA-48D3-8828-50EC04921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0A07-94AD-4943-9B92-9720D0CB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51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7FD0B-2672-4145-AEED-037EA3BD8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50A9E6-6CC8-4393-BBCB-601A8DC6B0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BF2B9A-4368-46B7-B9E6-F0827CC1A5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98A95-2EBA-44BE-80B5-EDAA5EE38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4EDC-6AD8-4092-B703-02852F97A896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B9902E-A33A-4A29-AF63-8BB091FD1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9F4DA9-2B8C-463C-8973-F6D29F650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0A07-94AD-4943-9B92-9720D0CB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120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53860-95CC-4ECF-A5A7-262210CD5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F5069A-0131-4EB5-A46A-99A816A2EE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3562B-3449-4CBD-B30A-2A906C5B6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4EDC-6AD8-4092-B703-02852F97A896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7D024-D516-462C-885C-66DCB9295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654EA-1C7F-4895-A18D-DCD1D4E67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0A07-94AD-4943-9B92-9720D0CB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163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006B98-9A98-41ED-9E12-24DF360CB9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F1DF35-9262-40AB-92F9-7D2455B98F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10520-5B9D-4603-A491-31CF1840F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4EDC-6AD8-4092-B703-02852F97A896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C82BD-7F76-4DE7-A1CB-3F6E09760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3A1FB-D6C0-4043-AD78-5362871D6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0A07-94AD-4943-9B92-9720D0CB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555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06A42B-14B8-473B-827D-306D2627E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77FEC-2ED8-4D07-BABC-B55A5CECF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C819C-C416-4181-B61D-3462E09F0D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914EDC-6AD8-4092-B703-02852F97A896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949F1-181F-4149-8CD7-6AD95103A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BADB7-A35F-4178-ADDA-5DC69AC8DC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90A07-94AD-4943-9B92-9720D0CB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722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ED691-DBAC-4202-BE52-C7130808EB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2FDB2C-DF43-4CBA-9C5C-7D2C3C7239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2B943D-0461-4ED9-82CD-807650BCB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268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56D1B-062A-432D-B8E3-186DAAF49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D9150-EF1B-4741-9B0C-B595472B1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A85978-39A4-433A-98E7-A346675DD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549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5F996-C03F-47F8-ADA2-62BCFB415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C554F-49A5-4ACF-8D91-2A0ABB83C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A00369-CBA1-4963-8592-990A409A4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534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A0A91-9ECF-438B-A10C-F913BA99B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30CB4-9AC7-4F20-8CD8-9B6582DE0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37E7EE-2746-4CC1-B56B-A1213FC69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907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3D753-7038-45D0-9F60-0C805056D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EB944-9518-422E-B900-2F7F10729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1AD81B-8189-4BE5-AE59-0901DC68E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545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57E23-3F0A-42CA-B5B3-13616244B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8A8E1-5AFF-4A3A-A427-DADF409BF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E91AA4-6851-48E5-933D-236DAF58C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224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CAECA-3C42-4AE4-BEDD-3E5ED901B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3247B-5B23-4F8C-9AFC-277582BE5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F6A82E-4B87-4AAB-975C-92735C7B2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456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29870-0B21-4321-BE28-EB50D5F6F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AD59A-409C-4CE2-B4A3-820754C4E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7C030F-CAFD-42CA-A125-532F15F8A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818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16F99-F700-42AB-82A2-172FBF2EA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9BFA1-FD1B-4234-B262-A3B23D710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97B910-803B-4CB5-953A-8024E2927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977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3397F-A6C5-485E-80EF-1026CC635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3571D-14C5-40D0-AC00-72D84E822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6534EE-308A-4F07-B040-469453292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484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9A68C-A0CC-498E-8C7D-E73F3ACFE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28E88-06EC-43D6-9CDF-663E368B5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2D802E-F28E-45A9-8731-3A47DACE4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644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A0E84-E036-48D3-961A-068457295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917C3-77EB-42CE-8B10-D41B8E9AE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7C5C71-C26C-485A-825E-A3D344E23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993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48F69-A40D-4A42-8EDC-363A21D32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C93D0-084C-485A-B0AA-14BE2061D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570465-14F8-43B9-9A0E-FBC4F67D1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295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B33CA-960D-4027-9F8B-56F8A5E19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0F450-272C-464A-BC0B-414BFCCD2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466624-C048-487D-8F61-025D15530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486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9B084-E391-40CC-BF0B-1D2FF09A8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08833-D172-4879-B487-461989536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E95BC9-07C0-4891-A65E-898C29963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899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73AE3-4D8E-45DD-8BE3-7681C07D6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7D068-77F6-4585-8046-F48588513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8E7F1E-3EA5-4D2F-8A86-48366BD7F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9403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1D18B-49F2-4CA1-9FBA-0A8EDF78E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4ADC2-AD49-4473-BC29-7348A3229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418EDC-2CE6-4149-BFCF-978C310AD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7690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D4AEF-2112-467B-98AC-A8B1A2563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84234-D081-42D7-8803-F4EE35E7E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109AD6-E979-4799-A4BD-FB2DBC7B3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832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FABBD-5605-4AA6-BC56-5FA22C7B0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369DF-8CC7-4618-90ED-F795F044D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7E9628-ED37-44A4-8960-FD4D65321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1193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A05D5-F714-420E-9211-FB9A14752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8147A-D938-42AB-BA9D-CFD85D5A6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7ADF7B-E1EE-4A74-8DA1-C6C0C4E1F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241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6</cp:revision>
  <dcterms:created xsi:type="dcterms:W3CDTF">2025-06-02T15:36:27Z</dcterms:created>
  <dcterms:modified xsi:type="dcterms:W3CDTF">2025-06-02T18:44:18Z</dcterms:modified>
</cp:coreProperties>
</file>