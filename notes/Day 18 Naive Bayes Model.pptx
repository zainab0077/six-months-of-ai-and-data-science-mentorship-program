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C115-4295-47A0-8CD5-2D3094610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DE883-8FD2-4A81-BC9D-A3C2C8634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D8237-EFB4-4B17-8A96-B516ACCA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B94B1-9348-4346-BBE6-E99BC56C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3C5EC-11AD-45A7-8401-C19B5D42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7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1945-C98D-43D9-B18D-EF406B04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FED6-FA2E-4197-A66F-C684723D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688F-3222-469E-8380-1E3CCFD8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A65E2-C3EF-40EC-B69E-62A2E6C6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D5357-3DBC-43BE-A330-0683E2A4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7971-751D-4311-BEA3-A6374296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90CD2-68D8-4F01-B9CD-2E38A4576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477C2-192A-43E6-9360-030CB94B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63174-8666-4994-871E-88763533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4CBC-7FAD-4C6D-8A66-C9961A50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0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CDC0-79AC-4669-8D98-27CA0DBF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D5E9-5E59-4478-8DA6-E5B013EC4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89F43-758C-496B-812E-94C50CE5E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7A849-34DA-4693-9057-458DECFB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37ECD-DC84-4345-875E-59419201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6D408-07E7-49F8-BD80-17815E74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FA06-BB50-4321-A2EE-AC446120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3B46E-FF9C-45A0-8AF0-BC98A3D8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86689-28B9-44A3-BF61-21614E79E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EE525-D287-4C8B-8756-7EB8AFF68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EC9EA-B138-46C6-B1FD-C0B309CCD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DE621F-A613-43A5-9C03-100E5E40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731EE-8609-407C-A9B4-404134B6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0F36D-CD45-456B-8AC8-F5FCA422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9D3A-0B79-4E16-AE3D-85CE7199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4A3BA-593B-4CC1-AEF4-2E7C0A69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0B52E-9DE2-41C1-A499-B516A0DE6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EB155-DF59-4AB4-851A-67EA970D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55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06B6D-913A-4638-AA6F-697A7D76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A8064-61E8-44EF-B342-92A5FECA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BECF1-EC73-4E65-B7C3-18168EDF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7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C7A1-8680-4D8F-9083-A7CF51AC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ED387-64DA-4525-B7ED-E9A66A5E7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4BFD7-A0C1-4F5A-8DAF-ECAA0BA40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73D7C-A3D6-46D9-B306-0892EA43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2A1A4-628B-4647-B0ED-72A9E49B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7AF26-5EA3-42EB-BCDD-62A94862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04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DF60-DBC4-421A-8F05-C3640AFB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4F8D6-4580-4D77-B8DC-907948354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AA2BF-2776-4804-8A6C-8C2F1662D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05222-C32B-4076-BA6D-15D18B0D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43B38-89F0-4033-B739-A67668ED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B9A01-13C2-4396-991C-4F3B1BF8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25EB-1E48-4900-AF72-D0E050C6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C457F-B5C0-40DD-872E-A405202FE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1F48-F7E4-499A-B7D9-2B93B53D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436E-D52F-4CA4-8E0C-E57C53605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F49FC-C9D4-4DA5-ABBC-9C709DF5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8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B0E27-9D4E-49CC-AB13-4675BC70A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E6368-E3AC-4833-A94D-27AC73DE2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84144-7F22-4B7F-A292-FAF1A04B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7944C-59F2-4A41-9318-1768E55C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24459-D091-4BD3-9A19-0CB3EFD5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4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7F8D2-F00D-49EC-AD15-CECC6A10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36EB3-05C8-4F76-9CA1-C9FF17EDA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EC85C-B7C6-4BC1-9980-D30350D5F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77947-4FFD-4D49-BFCD-2CDC7B8590AD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37F0E-A6E5-4AF9-A813-F0D83ECAD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8C19E-726E-402C-9EE5-9080B9F94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7A4AA-67B2-4177-9AE2-E4E68F58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9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31B4-025D-4949-9608-EC1065A72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73FAD-312E-4883-BD1B-0BD30A574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1EC45-ECB1-4D9E-851A-9649C1A8E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5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9765-0D90-448D-8BFA-D92E0EA1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63B32-4EBF-4DFA-A0A5-F730CF15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3DF49-3D1C-4EDC-BD90-B087E040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36DA-EAC2-4D1C-9BF1-4494EB0E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06FEA-2BBC-48F5-994D-8E22F23B8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1F3DD-EE8D-4309-B072-58FCF121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1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EF49-B0FC-4827-93CB-EC085BA4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767B0-7495-494D-B4E3-74F6668EA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B2910-05F9-4626-9B40-84D0F6C3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8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35F5-144E-4293-BCD9-F3042E2D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116E-FCD3-4A2E-8CFF-A807999C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C846B-65CA-41CE-888C-9EEEDB153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7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7414-8865-4685-835C-FEB18765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78F81-1BB4-431A-BCD3-B661FDDB7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84C2B-CD4C-4EC2-80D6-25D4BB6EC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6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8C8F-92E8-4931-8EF4-59BD298A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F52A-43A0-4BF9-AD76-5A735FE3E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8A8C4-C5DB-4194-A50F-0BDD2580F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7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A693-4D83-4D09-8C8F-20998799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D350C-47EB-4745-841B-6008BD63A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47198-A068-4CCD-99F6-B3CEC51F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9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DBAF-1CBC-4C0B-8318-BDC74703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A358-0FF6-40B3-BB45-43F8CBCC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E255E-41C8-4258-9A21-A3D3BB6DD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6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A325-2083-449D-8A1C-32F03A7B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6C63-57E2-4EF0-AA33-92719A75D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66490-CFCD-4FAF-9A55-7F3D08CA8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8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425B-F67B-42A2-8FD6-BD815019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3370-0640-4792-B118-05A5AF770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B7FF0-FB65-4239-916F-1CCF65AE3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9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3BEE-FA55-40C4-8F13-ECE3F2C3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1CB3-2F39-4584-B074-0CD053244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31BF4-71E1-4045-986E-5A7DF9BE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0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2025-06-03T20:26:41Z</dcterms:created>
  <dcterms:modified xsi:type="dcterms:W3CDTF">2025-06-04T05:53:32Z</dcterms:modified>
</cp:coreProperties>
</file>