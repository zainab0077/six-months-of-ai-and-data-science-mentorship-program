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034FA-DE0A-4D3D-9961-7383A42B6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8949E2-899D-4871-B488-2038472D26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AEEC0-0BE8-415E-90C7-0C9BA7DDA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582A3-BE28-47D1-BF97-2AA44A20D72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8B44F-F04C-48A2-B7DB-118CA428F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3DA68-F576-4C2F-A850-A4BE6AA03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EEF3-D341-4F85-BEBE-9D644E7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683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5B2E-2E87-4234-A9F4-5AFCE26B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3596E-0D6F-448C-9E57-571012270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51463-E591-4833-A47A-BF07D74C8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582A3-BE28-47D1-BF97-2AA44A20D72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72151-83C9-4957-A16C-428588C20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A1239-A326-4DF5-ADA1-55AFE245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EEF3-D341-4F85-BEBE-9D644E7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756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AC126-076E-4B8C-B43E-2741C5B45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EE1DB-C451-4529-9D1F-B3DBD62DF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7F219-EA60-4A8B-8C27-C47A151F5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582A3-BE28-47D1-BF97-2AA44A20D72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8B42F-9495-4EFF-ACE8-A25683299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DA24D-FDC3-4454-8500-92303C429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EEF3-D341-4F85-BEBE-9D644E7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63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7EF12-24A7-46A9-9163-9941ACB2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11B3D-559A-48E7-9B56-F45DF2A13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EC961-0B0F-4DF8-97BF-A30A51965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563E68-8C8B-4FED-89F4-DE144EBB2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582A3-BE28-47D1-BF97-2AA44A20D72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6C252-25A0-44D1-8525-3403D50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FB470-1146-4EFD-B474-254B04C29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EEF3-D341-4F85-BEBE-9D644E7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73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A6B17-5D31-416A-B8E1-B32A28E39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85351-576E-4D0D-837D-5B5CF39B2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DAE86-EB31-45CE-B901-22F66EC47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A56D95-AE26-4D0B-9E2B-C3E6C8E394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46A2F8-CA10-4FC2-919A-6D8AB35044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B7C110-F300-446B-B2DA-C6CEFAA3C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582A3-BE28-47D1-BF97-2AA44A20D72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42C8EF-5968-45EE-84E6-31FEE18F4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89D45C-394E-431F-936D-7AB068FC3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EEF3-D341-4F85-BEBE-9D644E7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8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39F2-78EF-4BE4-8FFE-B327C97F1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9BD8C-0F91-4421-90FF-9FFE72828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582A3-BE28-47D1-BF97-2AA44A20D72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187547-A168-4A33-B10B-37ECEAFE7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3A3FDC-9A2C-4DA2-8C07-CF4926D41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EEF3-D341-4F85-BEBE-9D644E7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38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C1B22-65BE-4EA2-A4D6-182A17AAA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582A3-BE28-47D1-BF97-2AA44A20D72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E7DC11-FEA6-4782-B7B4-8CED8D80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BAAA8-DDC3-433D-81B3-48662BF5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EEF3-D341-4F85-BEBE-9D644E7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12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BC07D-1A7E-40CD-8080-06879EF86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96C60-E62E-4999-A129-21419F3EB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9AA4A-F92D-44A1-BB97-272B5BC7E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92388-DD0C-4669-8BE6-C0441E1E9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582A3-BE28-47D1-BF97-2AA44A20D72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9C769-BCCA-4813-8B7A-4D7C53F7E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ABAE7-1843-4836-B3B0-AF0A83486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EEF3-D341-4F85-BEBE-9D644E7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2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0742F-B0C3-45DF-B5EC-EBEB3D7AB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FEDB67-290A-4B74-B383-B3B44ECA9F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E7CA9-6FB7-4D75-95DE-3DBC33FDB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FDFE2-3773-46EF-A8BB-93473190F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582A3-BE28-47D1-BF97-2AA44A20D72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2AE82-0F41-47C2-9002-27DB66BA6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1410C-3D6C-4A96-B825-0550FDCD7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EEF3-D341-4F85-BEBE-9D644E7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70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484F2-2BDB-472B-9C20-7C576A663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2F16C2-63D3-4F55-9D7A-22F887CF8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38B88-3EB4-4B5E-A818-0EDE223DC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582A3-BE28-47D1-BF97-2AA44A20D72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977C0-8CAF-418B-B136-85228D475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F308A-001A-44A3-9768-9DB96197A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EEF3-D341-4F85-BEBE-9D644E7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52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C95AB8-3136-4DFD-8C59-5B11DE1644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F4D95-ECE1-4A50-80B6-95A260740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F5AFC-A55A-49E8-857A-0A0C9093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582A3-BE28-47D1-BF97-2AA44A20D72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B76B8-F3AE-4538-989B-EEB640E1D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D1ADE-87E2-49F1-9F33-92D3F9874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EEF3-D341-4F85-BEBE-9D644E7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65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E33E69-C76E-49E7-975F-F25187938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2817A-90FE-4BC9-BD19-079CD4824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73445-4A47-48F0-B48F-0F1E5C53C4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582A3-BE28-47D1-BF97-2AA44A20D72C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919D2-55A8-4A81-9B5A-46895ED9A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B6949-9E79-4AA0-A0BE-B4E7D5D55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4EEF3-D341-4F85-BEBE-9D644E700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228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0DDE1-B0C8-4614-9BDC-4C81C00E0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1B8CF-B935-48E9-A2E7-3DF87EE7E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D94D30-A07A-4043-AFEB-14ADD774C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174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B02E0-D188-41CB-86AE-811D8F9AC6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AC991-CA26-4135-BF83-ACAFF2C586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3480F9-B337-4A13-973A-8F1B49DE9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135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7D489-50F8-4706-89DE-0BF9ACBE5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6FF2C-0B0F-41DE-9285-CE3CACFD5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A2F236-55C0-4E1A-9D60-5182E6100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62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4CCEC-D945-4083-BDFD-09BA48BD1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77C51-2100-45AF-BCCD-C1AA005F3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89DAF1-04C8-43EE-B09D-19BCF8C36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693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80FF-30BC-40C3-BCCB-2CEB5FF8B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C8AA4-AE08-4BDA-9910-BD8A60B16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61AF09-D880-4861-A2CD-D1FD7560E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888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E392A-6D23-4DC0-BCA3-6863EB71D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23A3A-6E18-4C9D-9ED4-28ABE229C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8C9818-D3D5-440C-BE23-1B25769EA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40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C3357-7843-48F7-B087-DBD3D5F7F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E0D7D-106B-42FC-8ADA-52D791539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8C274C-A9BB-45C6-84BE-D47A46402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79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50DA2-88DE-449E-A64D-C7789FEDF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6E076-1E83-4F1D-BE2E-CEB12F3E5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A811A6-2DE9-4E9E-9EFE-FEC53444D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49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1DDA6-552A-44B8-B306-7BD77DDF2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00FFC-D4AE-4C9A-93A6-39DED93A5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1193C0-2C2D-4860-B1E8-95DF6D80C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435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FE751-7EF0-4364-8609-9A484DFC7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F46D3-B3A6-4425-827B-C5EAF7DE8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5FD7BD-BDB3-447A-A4B3-801732000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877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AA053-6E88-4A7F-B33A-79BF628FC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8F38C-3AD1-4BF2-877B-C749E81C2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0D62B2-E8B4-44D1-9BDF-1F47099EC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38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FE2CD-FB63-4D2F-A39A-9FB30661B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1CFA3-E538-4905-A2B0-60D6BB7CC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31A620-6F5A-4D2A-B6A1-DF74826C3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128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D57B5-0BA5-4A6D-9927-1D546FB97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62C96-88C1-43B0-9849-8B4DFA15F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01A810-BA02-4348-9A1A-2C625D9EB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16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57938-2744-4FDC-8AF6-4693D7FC4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DE98D-E19F-4E5B-A996-A10DDDBDE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5E3FC-56BF-4A4C-A7DD-91E4844AA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197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58455-FD55-47EF-ABF1-D593C39BC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F834D-C562-4061-87AD-5318D5263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36951A-AFBC-4512-9A2D-E7E743BDB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989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3C25F-2EB6-4496-8087-684D70F00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076E6-5E25-4F71-A013-4BE4DCFBF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6302B4-7E7F-4965-8B44-C55113DEE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21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A478E-D947-491C-B1A3-1B6E619F9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C16B6-080B-4E70-9B21-17A3BFBA6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18AABB-3DEE-4D89-A601-BB86DAA1D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9868"/>
            <a:ext cx="12192000" cy="68546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D8689A-179C-4186-8669-233791A89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9022" y="4277449"/>
            <a:ext cx="12192000" cy="12833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344202-7FA5-48FA-9A3E-FE4B04CD7E7B}"/>
              </a:ext>
            </a:extLst>
          </p:cNvPr>
          <p:cNvSpPr/>
          <p:nvPr/>
        </p:nvSpPr>
        <p:spPr>
          <a:xfrm>
            <a:off x="8849078" y="5111912"/>
            <a:ext cx="3342922" cy="16057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62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F436A-F531-41C0-8894-F45D26F29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E5F8B-8F93-4F51-BA0D-4A8045DDC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7D8A98-7A49-4194-ACF5-961F0241F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187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0C97E-0399-42C3-ABDB-45D872CB0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288EF-7E07-4BF9-91CD-F82C8E7E5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0002E2-D056-49BD-9C77-FD011F62F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2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796C0-B0CA-48ED-83D5-3A1F99B73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C5838-3438-4CBD-94ED-1EA38CFF0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F81541-C2D7-481B-9856-FEB8A2938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5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7BA88-D852-47B0-B8E5-F1F1DF602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F1886-5C44-41F1-8D5C-BED1855DE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14E0F2-F225-47BF-8F2B-684297987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936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D67DB-092A-4737-A5B1-680E45940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3B659-3853-405A-B213-9D7FBC5E3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DDEDC9-BD9C-482E-A322-F6625191C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792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6B742-D4BB-45C7-B4B9-1AD357D05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E42DF-671C-433C-9737-87476AD66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41119D-DBB8-41C3-ADA9-4A96CE5AC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475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0</Words>
  <Application>Microsoft Office PowerPoint</Application>
  <PresentationFormat>Widescreen</PresentationFormat>
  <Paragraphs>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7</cp:revision>
  <dcterms:created xsi:type="dcterms:W3CDTF">2025-06-01T21:10:47Z</dcterms:created>
  <dcterms:modified xsi:type="dcterms:W3CDTF">2025-06-02T01:49:11Z</dcterms:modified>
</cp:coreProperties>
</file>