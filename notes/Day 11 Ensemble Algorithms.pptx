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5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034FA-DE0A-4D3D-9961-7383A42B6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8949E2-899D-4871-B488-2038472D26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AEEC0-0BE8-415E-90C7-0C9BA7DDA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8B44F-F04C-48A2-B7DB-118CA428F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3DA68-F576-4C2F-A850-A4BE6AA03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683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5B2E-2E87-4234-A9F4-5AFCE26B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3596E-0D6F-448C-9E57-57101227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51463-E591-4833-A47A-BF07D74C8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972151-83C9-4957-A16C-428588C2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4A1239-A326-4DF5-ADA1-55AFE245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756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9AC126-076E-4B8C-B43E-2741C5B45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EE1DB-C451-4529-9D1F-B3DBD62DFF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7F219-EA60-4A8B-8C27-C47A151F5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88B42F-9495-4EFF-ACE8-A25683299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DA24D-FDC3-4454-8500-92303C429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63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7EF12-24A7-46A9-9163-9941ACB2D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11B3D-559A-48E7-9B56-F45DF2A134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AEC961-0B0F-4DF8-97BF-A30A51965B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563E68-8C8B-4FED-89F4-DE144EBB2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46C252-25A0-44D1-8525-3403D50B4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8FB470-1146-4EFD-B474-254B04C29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173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A6B17-5D31-416A-B8E1-B32A28E39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85351-576E-4D0D-837D-5B5CF39B2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8DAE86-EB31-45CE-B901-22F66EC47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A56D95-AE26-4D0B-9E2B-C3E6C8E394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46A2F8-CA10-4FC2-919A-6D8AB35044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B7C110-F300-446B-B2DA-C6CEFAA3C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2C8EF-5968-45EE-84E6-31FEE18F4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9D45C-394E-431F-936D-7AB068FC3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282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A39F2-78EF-4BE4-8FFE-B327C97F1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09BD8C-0F91-4421-90FF-9FFE7282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187547-A168-4A33-B10B-37ECEAFE7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3A3FDC-9A2C-4DA2-8C07-CF4926D41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13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C1B22-65BE-4EA2-A4D6-182A17AAA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E7DC11-FEA6-4782-B7B4-8CED8D801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BAAA8-DDC3-433D-81B3-48662BF51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912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BC07D-1A7E-40CD-8080-06879EF86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96C60-E62E-4999-A129-21419F3EB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49AA4A-F92D-44A1-BB97-272B5BC7E1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292388-DD0C-4669-8BE6-C0441E1E9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49C769-BCCA-4813-8B7A-4D7C53F7E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0ABAE7-1843-4836-B3B0-AF0A83486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28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F0742F-B0C3-45DF-B5EC-EBEB3D7AB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FEDB67-290A-4B74-B383-B3B44ECA9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8E7CA9-6FB7-4D75-95DE-3DBC33FDB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6FDFE2-3773-46EF-A8BB-93473190F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2AE82-0F41-47C2-9002-27DB66BA6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F1410C-3D6C-4A96-B825-0550FDCD7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70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484F2-2BDB-472B-9C20-7C576A663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F16C2-63D3-4F55-9D7A-22F887CF87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38B88-3EB4-4B5E-A818-0EDE223DC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977C0-8CAF-418B-B136-85228D475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EF308A-001A-44A3-9768-9DB96197A2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152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C95AB8-3136-4DFD-8C59-5B11DE1644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CF4D95-ECE1-4A50-80B6-95A260740F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EF5AFC-A55A-49E8-857A-0A0C9093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B76B8-F3AE-4538-989B-EEB640E1D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D1ADE-87E2-49F1-9F33-92D3F9874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565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E33E69-C76E-49E7-975F-F25187938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02817A-90FE-4BC9-BD19-079CD4824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73445-4A47-48F0-B48F-0F1E5C53C4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B582A3-BE28-47D1-BF97-2AA44A20D72C}" type="datetimeFigureOut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919D2-55A8-4A81-9B5A-46895ED9A0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1B6949-9E79-4AA0-A0BE-B4E7D5D556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4EEF3-D341-4F85-BEBE-9D644E700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228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0DDE1-B0C8-4614-9BDC-4C81C00E0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1B8CF-B935-48E9-A2E7-3DF87EE7E7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5D94D30-A07A-4043-AFEB-14ADD774C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174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02E0-D188-41CB-86AE-811D8F9AC6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AC991-CA26-4135-BF83-ACAFF2C586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480F9-B337-4A13-973A-8F1B49DE9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135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7D489-50F8-4706-89DE-0BF9ACBE5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6FF2C-0B0F-41DE-9285-CE3CACFD5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A2F236-55C0-4E1A-9D60-5182E6100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62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4CCEC-D945-4083-BDFD-09BA48BD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77C51-2100-45AF-BCCD-C1AA005F3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89DAF1-04C8-43EE-B09D-19BCF8C36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93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880FF-30BC-40C3-BCCB-2CEB5FF8B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C8AA4-AE08-4BDA-9910-BD8A60B16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61AF09-D880-4861-A2CD-D1FD7560E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888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392A-6D23-4DC0-BCA3-6863EB71D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23A3A-6E18-4C9D-9ED4-28ABE229C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8C9818-D3D5-440C-BE23-1B25769EA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40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C3357-7843-48F7-B087-DBD3D5F7F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0D7D-106B-42FC-8ADA-52D791539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8C274C-A9BB-45C6-84BE-D47A4640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79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50DA2-88DE-449E-A64D-C7789FEDF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6E076-1E83-4F1D-BE2E-CEB12F3E5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A811A6-2DE9-4E9E-9EFE-FEC53444D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492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1DDA6-552A-44B8-B306-7BD77DDF2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00FFC-D4AE-4C9A-93A6-39DED93A5C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1193C0-2C2D-4860-B1E8-95DF6D80C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435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FE751-7EF0-4364-8609-9A484DFC7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F46D3-B3A6-4425-827B-C5EAF7DE8E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5FD7BD-BDB3-447A-A4B3-8017320009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877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4</cp:revision>
  <dcterms:created xsi:type="dcterms:W3CDTF">2025-06-01T21:10:47Z</dcterms:created>
  <dcterms:modified xsi:type="dcterms:W3CDTF">2025-06-02T01:24:18Z</dcterms:modified>
</cp:coreProperties>
</file>