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EC0C8-09AA-4880-80F7-B4DD39414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C8391-5575-4F49-833B-0A909093A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784D8-CCF6-42D1-8839-A534E459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622E-04E4-40E5-B543-BA344A82786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E8634-6CCB-4B8E-845D-449D08B6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FF553-80CB-4674-AEA6-52907EC1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C770-F3C6-4DA5-B733-82278587C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7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AAE9F-7786-48B9-9C64-34D7E8ADB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D1CE9-4208-4842-8A75-3169C15D2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B5FD3-7007-49F5-9495-62F68FA65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622E-04E4-40E5-B543-BA344A82786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04DB7-3A1B-4C9E-96C5-4CA953D5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725D7-7CB5-4DDB-AA14-6A2AA0AD7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C770-F3C6-4DA5-B733-82278587C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30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0C7E-C6D7-4A6C-A5E5-D2E650E80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8F2BF-7DBD-447D-8371-6BA7B051A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C92F4-457D-4946-ACE2-FD58DE1F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622E-04E4-40E5-B543-BA344A82786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CAB77-2B58-4123-B15A-33CC36DB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50376-0414-4D46-9A37-714E047A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C770-F3C6-4DA5-B733-82278587C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6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73EC-5E7D-4ACD-B64C-DBD54A5FA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B32D5-E6EE-4278-A6D4-D56056525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C9E73-C9D4-48AD-B445-A81764696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4FA95-1249-4B3D-8510-7C187039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622E-04E4-40E5-B543-BA344A82786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1EDD1-81E2-4482-8408-7918BA36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98FE2-1F6C-48B0-87B2-26E3D4E9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C770-F3C6-4DA5-B733-82278587C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29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0EF88-5CB2-4E93-B00A-1A3C218AD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0DDDD-DAAF-4938-B707-F0E3C8B24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5CE66-C762-48C4-A910-ED2D3E924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D9EC1-5FA8-42AE-9819-62953C2A5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AF981-99E4-4B06-B7B5-C990CF354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46CB8-2CEE-4E9D-8AA7-3D3AA42B5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622E-04E4-40E5-B543-BA344A82786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D663D6-71B3-401B-B990-A5D2EBDF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7B068-7F1B-43C9-AC91-31FCED0C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C770-F3C6-4DA5-B733-82278587C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2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588E-ADD5-4928-853B-B6F2031AE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0557F1-0DF0-40E6-AF92-9CBE1F212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622E-04E4-40E5-B543-BA344A82786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0D7D6-A042-4EEA-841C-16CCA199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F4042-DA49-4148-96D6-A0CEFD12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C770-F3C6-4DA5-B733-82278587C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7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8B0AF-6BA0-45AC-B892-227F01ACC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622E-04E4-40E5-B543-BA344A82786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0493C-6580-4586-939D-58AD1F07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C9E78-F563-42C3-BCBE-57F4D55A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C770-F3C6-4DA5-B733-82278587C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88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B9B-4F63-4F21-8B54-1E7BBBED5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D12F2-9E75-4395-8AD1-EEE9A166A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0337B-87A9-42CF-A596-C1584DB24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AEE90-7C70-49CE-B0CD-A0BBD2A43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622E-04E4-40E5-B543-BA344A82786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87662-4EF5-4327-BEB2-91EDA2F91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FB50D-37D0-40C6-BED5-38012720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C770-F3C6-4DA5-B733-82278587C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4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E9D31-CEF4-4CAD-901D-064D0B19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90B54-64B7-412E-BD22-50FFC14612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457CF-28DE-4BCE-9AC4-9785E303E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32BAC-106A-4DE7-A88B-0BEE8458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622E-04E4-40E5-B543-BA344A82786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2E2F1-CA9E-4FA0-8439-EBBABA60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275E6-5B84-41C2-9CA7-84473E59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C770-F3C6-4DA5-B733-82278587C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51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99616-7FDD-4756-A50D-1AB527E9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FE0D7-49B4-413D-8AA9-EC98CB5F8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DCA83-76DD-47D7-A828-ED43B6C39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622E-04E4-40E5-B543-BA344A82786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DEFF4-3F06-44D8-815C-35C7A7C5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5AFD4-CA69-4CD3-9DD3-EFAE24FA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C770-F3C6-4DA5-B733-82278587C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5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F5FC44-4F8F-4A68-9143-F237F07BA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74BD5-6CBF-4885-824F-589F4A0BB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B732A-3B66-4F63-A778-C47D3AE2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622E-04E4-40E5-B543-BA344A82786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A2BAE-00D0-4E2F-9D68-484A83C9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A5A9A-8747-4887-97AA-87C582E1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4C770-F3C6-4DA5-B733-82278587C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45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5C6CA-FEBE-4C58-92C5-10FD9C449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152CB-881A-4895-A279-57F4B8D0A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972D4-72D1-4C30-9B03-E44F18FDC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D622E-04E4-40E5-B543-BA344A82786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469BA-B3F3-4A1F-9639-4633E262B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B498E-E0E4-4513-B9D6-E61784737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4C770-F3C6-4DA5-B733-82278587C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0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ABDD-22CF-4D9B-AD04-E64B438F7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FA757-2966-4004-911A-E52F8A4925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F7B79-28F9-4E18-B670-C127B8AF0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01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A05B-490C-4E60-929F-23ABD551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AF152-AE74-4CD8-A903-233781F6A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BAFBB-AD30-4C3C-979F-DA5F09B6A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21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7592B-4BB9-417F-A21B-53839C575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36767-81B8-44C0-9032-E85D72D51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BC832-558D-493B-BCB6-D832E5ACB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14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9BF5D-352F-4E99-BEE0-515E5FDE8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1FA52-0C2F-49D2-B20C-CA4252A20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A59694-E811-43F8-84C5-CDDA2271C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7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1638-805B-4142-B6EE-F112C2BC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5EEAA-EE29-4E96-ABB5-1CBDFAEBB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8DB3C-AB3F-4B2D-8A48-C8D786037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70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A4422-73DE-492F-A00E-7C0A90A1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0F013-77A2-488B-BEE3-B9B7C7D61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47547A-5ED1-4CE7-B763-934D4F5CD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25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C4E9D-F1AD-4EF0-B89D-3733EC85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E8C8D-5CD8-4AB8-BEC9-0ED350B0E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BF31E2-2812-43DF-9C8E-DEDDDAC5E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36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F5346-B11F-44D9-821A-54861C8B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1E1E1-4B86-4840-98A7-9041A22A9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738F3B-2616-4A7D-AFF7-014F53037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52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C0596-2559-4193-BFBC-0B63147CE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4136-7863-4783-968A-EF60D2AB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60944-2650-47F1-B021-88DABF8D3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582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10B4-62F1-449C-8105-76272107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E3FF1-E990-40A8-993C-83D2979C3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3F2B1D-FF5D-439A-9BC6-83810DA6B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38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AD3D-79AE-437E-A6C6-D2E0FB23E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1829-650C-42B9-B8A4-DA4745407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7B3CAD-50AA-4250-9DB6-0B82638F0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68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CE51-6A68-43E5-9342-36F3F2F1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ED821-CC6B-4901-ADB1-E15175508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F502F9-0816-4FA1-A895-5F42AE2E6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46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4</cp:revision>
  <dcterms:created xsi:type="dcterms:W3CDTF">2025-06-10T04:39:22Z</dcterms:created>
  <dcterms:modified xsi:type="dcterms:W3CDTF">2025-06-10T07:09:02Z</dcterms:modified>
</cp:coreProperties>
</file>