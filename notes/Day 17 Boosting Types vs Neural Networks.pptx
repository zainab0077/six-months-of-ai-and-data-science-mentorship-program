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8AE9A-1852-4F9B-994F-C9A3CF4E94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4B6302-4EC2-47E8-B24B-BDC2298656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A0C9E-561B-48B5-ACE9-FCA3F5E5A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3621-A2D5-4549-A4BF-F3E568CEB2A5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08561-14C8-4B6B-B545-657D08C51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2118A-D912-4485-A2C7-F7109BDB1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9D99-C83F-4E4E-8B49-A053AAF87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467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5CB9A-D682-4628-8EBC-A41AF1385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6ED81-F3E3-4082-842C-75A8A9885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69DDB-A226-4753-B9F6-66C86BDFA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3621-A2D5-4549-A4BF-F3E568CEB2A5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AACDA-B4FC-4698-97B7-D07A4F9A5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B564F-B1A7-48BC-89D0-BABD9002E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9D99-C83F-4E4E-8B49-A053AAF87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578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4DA47-092F-4CA5-BFDF-3F59EDFF9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D3AA38-18CF-4E70-B460-4FFCE6553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5AEFC-ABA8-4E7E-9E68-ECE793EC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3621-A2D5-4549-A4BF-F3E568CEB2A5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2DB48-7945-45A7-92C9-38035F690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EACF8-FF0B-4514-B1FF-C151A9D16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9D99-C83F-4E4E-8B49-A053AAF87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611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36ED6-8ED1-4050-8A4B-9DC9961D6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D80C5-219C-4FC9-A24B-718EDA298C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0D5273-4DD7-44B8-9077-F8570F2CB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35AE9-431B-4D60-BD57-D806EF513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3621-A2D5-4549-A4BF-F3E568CEB2A5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C7FB8-B9B9-4679-BDBA-2CEFA20C4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5A2A19-77D5-4B94-896F-13ECF4F5E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9D99-C83F-4E4E-8B49-A053AAF87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33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4DEF6-4265-432A-8897-DA71E40E0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2B24C-63D9-4AD1-9D3E-1539FCC67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589A22-E980-4FA2-A550-6D23B407CA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C6E322-5D85-48EE-8F0F-383D231750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F18AE7-0E56-4889-BF09-E23BAE85BD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D438D1-5B13-43A6-9F65-B83DE39CC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3621-A2D5-4549-A4BF-F3E568CEB2A5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3E12B6-230B-433D-8B4F-583269B97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8B7E2D-B54E-4115-A01E-C90547FAF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9D99-C83F-4E4E-8B49-A053AAF87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382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BF96C-8B4F-4BC4-8436-BE2C743A8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EDF3AF-F237-403B-9968-4C060530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3621-A2D5-4549-A4BF-F3E568CEB2A5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394D20-2F09-4FCC-8722-8DE4D728F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F2DCEF-943B-4082-B93B-DF15ABEF2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9D99-C83F-4E4E-8B49-A053AAF87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566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B77E2F-1DE0-49EB-B0CA-E0DDC3C31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3621-A2D5-4549-A4BF-F3E568CEB2A5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ABA9BC-CAF0-4CFA-B3E3-2CD43B53B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FE70C9-74ED-490A-8B17-5F81B070C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9D99-C83F-4E4E-8B49-A053AAF87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821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7B0A7-D8F3-4D20-9D30-399BF1B51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EF131-1F87-453A-8FCA-1487BF9D8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2A681A-8E88-4828-B098-60DBC720AC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48B28-2BC1-4603-86E6-1D01329E9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3621-A2D5-4549-A4BF-F3E568CEB2A5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D31E77-8BC0-47A7-ACA1-931C42F3D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DFCD2-DB45-4DC7-A5F8-A81E1BAC5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9D99-C83F-4E4E-8B49-A053AAF87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910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49109-BBA3-4303-8902-53BC4B110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1AAF6B-4CD3-4CD3-AA7C-0AEC43E846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A821DF-9245-4948-B13B-E75D7A5614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8E924-A34C-4AFE-ABE9-3F4D1C5A8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3621-A2D5-4549-A4BF-F3E568CEB2A5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4A443C-2984-4E52-A658-BA2BEF810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79E06-85DE-4612-A47C-8235145C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9D99-C83F-4E4E-8B49-A053AAF87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835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94CFE-3E07-40E6-B045-4D51535CE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2F5F16-EA2A-4FEA-A0AD-4C525E80BB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E6DDD-5912-4DE2-994B-34EC650B3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3621-A2D5-4549-A4BF-F3E568CEB2A5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2FBF7-DB76-4F77-B295-99D7482A1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1DDDB-F0A8-4110-A9D4-930336110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9D99-C83F-4E4E-8B49-A053AAF87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693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3A3B96-841D-4AEE-A718-04C4DFB7F0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18C1BB-5361-4384-AD0A-0BE6FDFFB8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43CF7-7397-46D6-A223-343B4BBC8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3621-A2D5-4549-A4BF-F3E568CEB2A5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7CC07-2F73-45A9-A001-9D4B6462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49A98-4025-447D-BC4A-7815F981E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9D99-C83F-4E4E-8B49-A053AAF87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962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DFF78C-7114-4A36-8C56-785C4C958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1E39A-6D66-4B94-85EB-6580892FB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D42FA-2026-451D-AB79-80E9C18C6B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E73621-A2D5-4549-A4BF-F3E568CEB2A5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7ABC7-DCFA-4CBE-8D9B-09E173CEB3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72F5B-317E-4524-993A-F01F864844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8D9D99-C83F-4E4E-8B49-A053AAF87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553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8D3AA-5876-406A-93B1-2F4399974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FDE01-11EE-49D7-9AC3-37BFCB917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FE105A-4C28-4D17-B4DC-59A9E2A8E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724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03821-53FE-4EE3-AAB4-BF1ABD722B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E70153-FB74-4AD0-9B17-5055BF87DE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C8797A-FDB7-40B4-9A9D-153F7255D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643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DFE6B-352F-4EC6-B243-501404E81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96551-9D55-407D-BE04-723273D66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FDA998-88F1-4960-A45E-76D2E6BE9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767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3B721-4BD3-446D-8A92-E8F34B93E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DA732-2C2B-43D6-A026-9BE741B83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FD6A5C-AE55-4BF2-81F7-AEEF49574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888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5E270-29A9-42A6-956E-83684198F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482DC-A851-4120-9746-91614E90D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83C6DE-572C-45A3-8F5B-2746F8032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452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3E229-46AA-4974-A413-3E14FE483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C2F86-C83F-4EB7-AFBA-15EF49EA7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0CB09B-130D-460E-B966-4F76D171F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497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F8CA4-A154-497E-A7B2-641DC72D6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0CD3B-278C-46E5-A611-627B1EF81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B06F91-F191-46A6-BAB6-C2CADD3A3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358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17FF3-9775-413F-BDDF-5E6D12F75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0F41E-EE86-4E69-B073-7B569190A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68788B-4A1B-4853-A3C2-4E78D973D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420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65FB5-7C78-44AD-8ACC-59376C6BA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2B70C-2898-42F3-B6A3-C31E5228B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6FDABF-09DD-4EFA-96B6-CDA4281BA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548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5B6EB-60D1-48D0-8820-47EA990BF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4B342-44BD-48C7-B023-036B4EC82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361DB4-484F-4A3C-8E50-735D25316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727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F7AAE-D495-4FBA-BA84-4F761385C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C5C36-37FF-4FDC-8286-0B5D41E47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7B5B79-0873-4D45-B062-0EDEBC767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958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DE794-67F7-4EFD-993A-3FBCC73C3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5B788-5DF6-48C5-B4DA-3A4239D27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361D64-E978-47FE-B887-E60AFA9AC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291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48155-B0A3-4DB2-A713-46C695991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B189A-0252-4A93-9E95-52981A445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270E76-4288-4B7B-B98B-045465CDB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621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A3EFB-1726-4531-9DF9-72A76896A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02D22-6F7F-4632-9F26-31983FA3E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68B37D-DA09-421D-9BDC-09A71408B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807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121CA-E3E9-47C8-9B04-EB4772A31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249E9-4D81-4DC9-ABAE-11CC928E6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449195-50AE-463B-913C-4BDF82B3D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913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2D7B5-AD86-4495-A608-78AC4A203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7EEFB-FA44-43BC-B072-B41FC95DD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4AD9FB-FEFB-49DB-9ED3-68A1E95FB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2513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062F8-DF19-4A29-B4B8-5A5A5B5A3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7AECC-68C4-4321-831F-955DE5F24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7C686F-D0C6-44A6-9384-7EE05BEDB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153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0</Words>
  <Application>Microsoft Office PowerPoint</Application>
  <PresentationFormat>Widescreen</PresentationFormat>
  <Paragraphs>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4</cp:revision>
  <dcterms:created xsi:type="dcterms:W3CDTF">2025-06-02T19:26:34Z</dcterms:created>
  <dcterms:modified xsi:type="dcterms:W3CDTF">2025-06-03T01:27:38Z</dcterms:modified>
</cp:coreProperties>
</file>