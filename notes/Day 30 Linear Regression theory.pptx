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6FD0818-F42F-425E-815A-CAA6064434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90B6-C2D2-4AE9-B9AF-3B1D134E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94222-7BCF-4F8B-92ED-E082426E7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59083-F1B6-4B97-9C85-4211AC59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24637-7BDB-44D7-AA4F-8735698E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848A-D149-4CC1-81DA-94098079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19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35E0-EC7C-4777-80D7-559CD9BC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563D3-E7A4-4A23-BEDB-A0CF51EAC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10D0-6509-497B-A882-76E04130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3DDE4-7C8B-4EA9-8F82-53771C12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92BF-F073-4B1A-AA96-F340662C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1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D2FE-9E2F-461F-BFFF-79BC3E60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45DB3-48B0-4466-886C-B292C9DB4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78BCB-257F-49C7-84DE-7AEBB2DF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4DC3-3BDA-4AA4-96C9-525D7D0C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08A5-13EB-487D-A74A-9D5B70DF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4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D517-8A69-4E6A-93EB-006CBB2D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9772D-6D43-4F7F-B40E-2E28DFC0C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69BF1-64F7-414A-9B9C-AC4D0C4C7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D73B6-BB59-4B19-9A26-C13D84342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F49CE-0F77-4FEA-BAC4-B3EDA415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233F8-F6E1-4CB7-9F63-72DE01D2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4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358A-D59B-488D-991E-4E951E6E6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F0305-8011-4F37-8024-C0540078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DF700-CDE6-4362-AD03-5C85E763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31064-A07A-45D0-B41A-DEDF2473D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CD573-8C82-4683-8101-7CBFE32E3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787F11-F7F3-41F5-B194-23C6FACC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295FC-66DF-4D80-B76E-41EFF948C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FD255-330C-4AC6-910E-DD9F9C09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2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0D79-CE18-4847-9AC9-BCEA3ABB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FF787-632A-4F79-97DF-F0944AE8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72F3B-A693-4B85-ADD5-19328795D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FF45D-7407-44C3-A738-570608A2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CA755-8DD1-44D6-BE9A-C1C083B5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B952E-7246-44C4-BC62-3E70859F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CA12-C9B9-4B23-8D2F-122F766B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7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ED3F-3AB8-429F-A264-FB2D2233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E9A41-EBD1-48AA-9129-38A5E434D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36A20-39B4-4BBC-8BC8-63761250D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AA564-B8FB-4277-97E0-33F6F00F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D1598-A280-425A-B45B-1C1ECF54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93A77-DBCE-4E39-B3B9-59AE36BB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41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B541-5DB4-4160-B9B7-962E40B4D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774AB-082E-4662-8480-AA6BC255A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7A205-B638-4B0E-A101-20C406AB1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570AE-23C6-4AE5-B402-49F7E674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1335A-7684-4C41-A743-E3556375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2D5EA-2EEB-4E52-99A4-1346F914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680B-94C8-4B46-9B8B-5883EC89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77B51-1C96-48D9-9DD6-B360B0B37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F8EEC-A1E3-440D-956C-81DD593E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5D6A7-7AB9-4DBB-B1B9-58E5522B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2C38A-7043-4C30-8964-7C0975E7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E183A-2F0D-4541-935D-C846B74E4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86C5C-26F7-4B47-A054-62AA3F298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69E4B-2C19-4B0F-9564-7746A003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6AE9-6F79-4D10-B808-6AE27343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26D8A-AFCC-4A9F-84FA-542C198F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6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A750A-713E-4AD6-A0AB-358A5E19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B3A2D-DC90-4310-A1C0-F26FA001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3EA0B-BA80-430C-AB25-D1BAA9D6D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9ED2-C06E-4660-9313-C998838A1B6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2CF54-5254-4863-B36A-ACDED0460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3A304-556D-4477-9A78-9F762E428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3F44-1003-412E-8E87-274FFF801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E8F7-52DA-4E5F-BEBE-033808EDAA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C5256-779E-46F2-ADB3-FC862BBDC0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DAABE4-98F1-40A0-9E0B-2CA141130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14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308A-1AE6-4DB1-B892-4251231E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CB9A5-8B07-4FA1-A9AB-3C3D86ED7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27FF1-45F5-4D3D-9957-4E63A0682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E86E-1746-4E5D-AC42-8027C640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DD8CB-A5D7-4456-8317-E0457D558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AAA1B-2412-4C00-8C31-0C291EC19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B135-2462-4322-994B-507BE2C8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A692-819A-4C0C-A7CF-A1AB1227C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8FD39C-E6B4-4309-AD0F-29D9D3104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5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88C0-0347-450D-A4A5-4E6BDF6D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AE2B-A300-4814-93C3-D4A3D45D8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808EBD-8187-4B79-9C64-3D37E803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176E-935E-492E-BCB8-A55D9BED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D01B-9AEE-40B8-9F9E-F94702743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23814-1426-4B02-AE33-B567D00D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6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3A79-B664-4841-B9BE-3C7F6F23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E0EC1-AA5E-4033-8A45-16E96CEEF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07D16-9339-4DA9-A4EE-3C20713A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6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5598-C3E1-4BD6-ADFF-00579F30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1051B-E4E6-40BB-BB5A-52B02CAB7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468BF-AD80-4AE1-95B7-E3F2432F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55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FB284-5208-4A11-AEB1-FF06D434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C9444-B552-4E75-B014-69D3CFEEA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76B3D-13D0-4B9A-9008-CDC0340B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0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93D2-7963-4AED-B884-AD9208BA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DE78A-A01A-4489-BA5B-4C0AE929F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5C133-9EF9-458E-A292-200459AED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8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85C3-2B63-4A61-BCC1-5041B560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9FF2-B434-42D3-A602-FCBDBDEA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87AAC-6172-4509-B2AA-53B7BCDB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4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DDF2-3FE8-4D2C-B80F-F668FBA5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6B27-8A47-4E04-8E14-A6BCF2DD6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734C8-753C-411E-9C92-0A12DB0E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4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2025-06-10T04:18:24Z</dcterms:created>
  <dcterms:modified xsi:type="dcterms:W3CDTF">2025-06-10T04:29:48Z</dcterms:modified>
</cp:coreProperties>
</file>